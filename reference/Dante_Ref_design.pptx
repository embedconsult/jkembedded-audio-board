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147469495" r:id="rId3"/>
    <p:sldId id="214746949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79" d="100"/>
          <a:sy n="79" d="100"/>
        </p:scale>
        <p:origin x="806" y="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943110"/>
            <a:ext cx="11277600" cy="1470025"/>
          </a:xfrm>
        </p:spPr>
        <p:txBody>
          <a:bodyPr/>
          <a:lstStyle>
            <a:lvl1pPr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" y="3698879"/>
            <a:ext cx="11277600" cy="1485900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856133" y="5919903"/>
            <a:ext cx="2844800" cy="206376"/>
          </a:xfrm>
        </p:spPr>
        <p:txBody>
          <a:bodyPr/>
          <a:lstStyle>
            <a:lvl1pPr>
              <a:defRPr/>
            </a:lvl1pPr>
          </a:lstStyle>
          <a:p>
            <a:pPr defTabSz="1219140">
              <a:defRPr/>
            </a:pPr>
            <a:fld id="{03BA23CF-AA30-4A18-B744-605C3E9DBF07}" type="slidenum">
              <a:rPr lang="en-US" smtClean="0">
                <a:solidFill>
                  <a:srgbClr val="000000"/>
                </a:solidFill>
              </a:rPr>
              <a:pPr defTabSz="1219140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6687D7-76F0-8040-93B6-084C7529F854}"/>
              </a:ext>
            </a:extLst>
          </p:cNvPr>
          <p:cNvSpPr txBox="1"/>
          <p:nvPr userDrawn="1"/>
        </p:nvSpPr>
        <p:spPr>
          <a:xfrm>
            <a:off x="6274422" y="6373544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72483" y="6376352"/>
            <a:ext cx="2083152" cy="257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03195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943110"/>
            <a:ext cx="11277600" cy="1470025"/>
          </a:xfrm>
        </p:spPr>
        <p:txBody>
          <a:bodyPr/>
          <a:lstStyle>
            <a:lvl1pPr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" y="3698879"/>
            <a:ext cx="11277600" cy="1485900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24">
            <a:extLst>
              <a:ext uri="{FF2B5EF4-FFF2-40B4-BE49-F238E27FC236}">
                <a16:creationId xmlns:a16="http://schemas.microsoft.com/office/drawing/2014/main" id="{73F1F293-7B5B-6248-AEF0-BCB7B73543E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856133" y="5919903"/>
            <a:ext cx="2844800" cy="206376"/>
          </a:xfrm>
        </p:spPr>
        <p:txBody>
          <a:bodyPr/>
          <a:lstStyle>
            <a:lvl1pPr>
              <a:defRPr/>
            </a:lvl1pPr>
          </a:lstStyle>
          <a:p>
            <a:pPr defTabSz="1219140">
              <a:defRPr/>
            </a:pPr>
            <a:fld id="{03BA23CF-AA30-4A18-B744-605C3E9DBF07}" type="slidenum">
              <a:rPr lang="en-US" smtClean="0">
                <a:solidFill>
                  <a:srgbClr val="000000"/>
                </a:solidFill>
              </a:rPr>
              <a:pPr defTabSz="1219140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72483" y="6376352"/>
            <a:ext cx="2083152" cy="257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64693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" y="3698879"/>
            <a:ext cx="11277600" cy="1485900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943110"/>
            <a:ext cx="11277600" cy="1470025"/>
          </a:xfrm>
        </p:spPr>
        <p:txBody>
          <a:bodyPr/>
          <a:lstStyle>
            <a:lvl1pPr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24">
            <a:extLst>
              <a:ext uri="{FF2B5EF4-FFF2-40B4-BE49-F238E27FC236}">
                <a16:creationId xmlns:a16="http://schemas.microsoft.com/office/drawing/2014/main" id="{7815B5F2-A5A7-1E49-BC30-BA3F7599617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856133" y="5919903"/>
            <a:ext cx="2844800" cy="2063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defTabSz="1219140">
              <a:defRPr/>
            </a:pPr>
            <a:fld id="{03BA23CF-AA30-4A18-B744-605C3E9DBF07}" type="slidenum">
              <a:rPr lang="en-US" smtClean="0">
                <a:solidFill>
                  <a:srgbClr val="000000"/>
                </a:solidFill>
              </a:rPr>
              <a:pPr defTabSz="1219140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72483" y="6376352"/>
            <a:ext cx="2083152" cy="257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07377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Title Slid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943110"/>
            <a:ext cx="11277600" cy="1470025"/>
          </a:xfrm>
        </p:spPr>
        <p:txBody>
          <a:bodyPr/>
          <a:lstStyle>
            <a:lvl1pPr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" y="3698879"/>
            <a:ext cx="11277600" cy="1485900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24">
            <a:extLst>
              <a:ext uri="{FF2B5EF4-FFF2-40B4-BE49-F238E27FC236}">
                <a16:creationId xmlns:a16="http://schemas.microsoft.com/office/drawing/2014/main" id="{73F1F293-7B5B-6248-AEF0-BCB7B73543E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856133" y="5919903"/>
            <a:ext cx="2844800" cy="206376"/>
          </a:xfrm>
        </p:spPr>
        <p:txBody>
          <a:bodyPr/>
          <a:lstStyle>
            <a:lvl1pPr>
              <a:defRPr/>
            </a:lvl1pPr>
          </a:lstStyle>
          <a:p>
            <a:pPr defTabSz="1219140">
              <a:defRPr/>
            </a:pPr>
            <a:fld id="{03BA23CF-AA30-4A18-B744-605C3E9DBF07}" type="slidenum">
              <a:rPr lang="en-US" smtClean="0">
                <a:solidFill>
                  <a:srgbClr val="000000"/>
                </a:solidFill>
              </a:rPr>
              <a:pPr defTabSz="1219140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6" name="Picture 5" descr="A picture containing drawing, cup&#10;&#10;Description automatically generated">
            <a:extLst>
              <a:ext uri="{FF2B5EF4-FFF2-40B4-BE49-F238E27FC236}">
                <a16:creationId xmlns:a16="http://schemas.microsoft.com/office/drawing/2014/main" id="{7CC34E39-7310-7442-846F-66689DD005D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3159" y="6376901"/>
            <a:ext cx="2084796" cy="25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876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506" y="1048478"/>
            <a:ext cx="11290300" cy="4945932"/>
          </a:xfrm>
        </p:spPr>
        <p:txBody>
          <a:bodyPr/>
          <a:lstStyle>
            <a:lvl1pPr>
              <a:spcBef>
                <a:spcPts val="889"/>
              </a:spcBef>
              <a:defRPr/>
            </a:lvl1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219140">
              <a:defRPr/>
            </a:pPr>
            <a:fld id="{2B97888F-6AF7-4263-B69D-592D8C33BAC7}" type="slidenum">
              <a:rPr lang="en-US" smtClean="0">
                <a:solidFill>
                  <a:srgbClr val="000000"/>
                </a:solidFill>
              </a:rPr>
              <a:pPr defTabSz="1219140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5" name="Picture 27" descr="ti_logo_powerpoint_1_lin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72483" y="6376352"/>
            <a:ext cx="2083152" cy="257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80023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4502" y="1185865"/>
            <a:ext cx="5543551" cy="4692651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2267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20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20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20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2267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2" y="1185865"/>
            <a:ext cx="5543549" cy="4692651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2267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20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20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20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219140">
              <a:defRPr/>
            </a:pPr>
            <a:fld id="{B53548F6-AAA9-4A8D-A869-511B3DFE3256}" type="slidenum">
              <a:rPr lang="en-US" smtClean="0">
                <a:solidFill>
                  <a:srgbClr val="000000"/>
                </a:solidFill>
              </a:rPr>
              <a:pPr defTabSz="1219140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72483" y="6376352"/>
            <a:ext cx="2083152" cy="257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43513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507834" indent="0">
              <a:buNone/>
              <a:defRPr sz="2267" b="1"/>
            </a:lvl2pPr>
            <a:lvl3pPr marL="1015669" indent="0">
              <a:buNone/>
              <a:defRPr sz="2000" b="1"/>
            </a:lvl3pPr>
            <a:lvl4pPr marL="1523501" indent="0">
              <a:buNone/>
              <a:defRPr sz="1733" b="1"/>
            </a:lvl4pPr>
            <a:lvl5pPr marL="2031329" indent="0">
              <a:buNone/>
              <a:defRPr sz="1733" b="1"/>
            </a:lvl5pPr>
            <a:lvl6pPr marL="2539163" indent="0">
              <a:buNone/>
              <a:defRPr sz="1733" b="1"/>
            </a:lvl6pPr>
            <a:lvl7pPr marL="3046997" indent="0">
              <a:buNone/>
              <a:defRPr sz="1733" b="1"/>
            </a:lvl7pPr>
            <a:lvl8pPr marL="3554826" indent="0">
              <a:buNone/>
              <a:defRPr sz="1733" b="1"/>
            </a:lvl8pPr>
            <a:lvl9pPr marL="4062658" indent="0">
              <a:buNone/>
              <a:defRPr sz="17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6"/>
            <a:ext cx="5386917" cy="3951288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2267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2267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2267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2267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2267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3" y="1535113"/>
            <a:ext cx="5389033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507834" indent="0">
              <a:buNone/>
              <a:defRPr sz="2267" b="1"/>
            </a:lvl2pPr>
            <a:lvl3pPr marL="1015669" indent="0">
              <a:buNone/>
              <a:defRPr sz="2000" b="1"/>
            </a:lvl3pPr>
            <a:lvl4pPr marL="1523501" indent="0">
              <a:buNone/>
              <a:defRPr sz="1733" b="1"/>
            </a:lvl4pPr>
            <a:lvl5pPr marL="2031329" indent="0">
              <a:buNone/>
              <a:defRPr sz="1733" b="1"/>
            </a:lvl5pPr>
            <a:lvl6pPr marL="2539163" indent="0">
              <a:buNone/>
              <a:defRPr sz="1733" b="1"/>
            </a:lvl6pPr>
            <a:lvl7pPr marL="3046997" indent="0">
              <a:buNone/>
              <a:defRPr sz="1733" b="1"/>
            </a:lvl7pPr>
            <a:lvl8pPr marL="3554826" indent="0">
              <a:buNone/>
              <a:defRPr sz="1733" b="1"/>
            </a:lvl8pPr>
            <a:lvl9pPr marL="4062658" indent="0">
              <a:buNone/>
              <a:defRPr sz="17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3" y="2174876"/>
            <a:ext cx="5389033" cy="3951288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2267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2267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2267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2267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2267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219140">
              <a:defRPr/>
            </a:pPr>
            <a:fld id="{204C35C9-3222-4444-B33E-8AB075BE83C6}" type="slidenum">
              <a:rPr lang="en-US" smtClean="0">
                <a:solidFill>
                  <a:srgbClr val="000000"/>
                </a:solidFill>
              </a:rPr>
              <a:pPr defTabSz="1219140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8" name="Picture 27" descr="ti_logo_powerpoint_1_lin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72483" y="6376352"/>
            <a:ext cx="2083152" cy="257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99375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219140">
              <a:defRPr/>
            </a:pPr>
            <a:fld id="{D4C52F08-588C-488E-A5AB-DF69250DE862}" type="slidenum">
              <a:rPr lang="en-US" smtClean="0">
                <a:solidFill>
                  <a:srgbClr val="000000"/>
                </a:solidFill>
              </a:rPr>
              <a:pPr defTabSz="1219140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4" name="Picture 27" descr="ti_logo_powerpoint_1_lin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72483" y="6376352"/>
            <a:ext cx="2083152" cy="257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76698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2"/>
            <a:ext cx="4011084" cy="1162051"/>
          </a:xfrm>
        </p:spPr>
        <p:txBody>
          <a:bodyPr anchor="b"/>
          <a:lstStyle>
            <a:lvl1pPr algn="l"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2267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20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20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20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2267"/>
            </a:lvl6pPr>
            <a:lvl7pPr>
              <a:defRPr sz="2267"/>
            </a:lvl7pPr>
            <a:lvl8pPr>
              <a:defRPr sz="2267"/>
            </a:lvl8pPr>
            <a:lvl9pPr>
              <a:defRPr sz="22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0"/>
            <a:ext cx="4011084" cy="4691064"/>
          </a:xfrm>
        </p:spPr>
        <p:txBody>
          <a:bodyPr/>
          <a:lstStyle>
            <a:lvl1pPr marL="0" indent="0">
              <a:buNone/>
              <a:defRPr sz="2267"/>
            </a:lvl1pPr>
            <a:lvl2pPr marL="507834" indent="0">
              <a:buNone/>
              <a:defRPr sz="1333"/>
            </a:lvl2pPr>
            <a:lvl3pPr marL="1015669" indent="0">
              <a:buNone/>
              <a:defRPr sz="1067"/>
            </a:lvl3pPr>
            <a:lvl4pPr marL="1523501" indent="0">
              <a:buNone/>
              <a:defRPr sz="933"/>
            </a:lvl4pPr>
            <a:lvl5pPr marL="2031329" indent="0">
              <a:buNone/>
              <a:defRPr sz="933"/>
            </a:lvl5pPr>
            <a:lvl6pPr marL="2539163" indent="0">
              <a:buNone/>
              <a:defRPr sz="933"/>
            </a:lvl6pPr>
            <a:lvl7pPr marL="3046997" indent="0">
              <a:buNone/>
              <a:defRPr sz="933"/>
            </a:lvl7pPr>
            <a:lvl8pPr marL="3554826" indent="0">
              <a:buNone/>
              <a:defRPr sz="933"/>
            </a:lvl8pPr>
            <a:lvl9pPr marL="4062658" indent="0">
              <a:buNone/>
              <a:defRPr sz="9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219140">
              <a:defRPr/>
            </a:pPr>
            <a:fld id="{D9B97EEC-B5BC-42C5-B73F-31CC660D4D8A}" type="slidenum">
              <a:rPr lang="en-US" smtClean="0">
                <a:solidFill>
                  <a:srgbClr val="000000"/>
                </a:solidFill>
              </a:rPr>
              <a:pPr defTabSz="1219140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72483" y="6376352"/>
            <a:ext cx="2083152" cy="257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76995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856133" y="6049444"/>
            <a:ext cx="2844800" cy="20743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defTabSz="1218436">
              <a:defRPr/>
            </a:pPr>
            <a:fld id="{30211508-A532-4CBD-879D-779425105B23}" type="slidenum">
              <a:rPr lang="en-US" smtClean="0">
                <a:solidFill>
                  <a:srgbClr val="000000"/>
                </a:solidFill>
              </a:rPr>
              <a:pPr defTabSz="1218436"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4854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9033" y="142886"/>
            <a:ext cx="11277600" cy="814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44506" y="1058868"/>
            <a:ext cx="11290300" cy="49355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890004" y="6593764"/>
            <a:ext cx="2844800" cy="206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r">
              <a:defRPr sz="933"/>
            </a:lvl1pPr>
          </a:lstStyle>
          <a:p>
            <a:pPr defTabSz="1219140">
              <a:defRPr/>
            </a:pPr>
            <a:fld id="{B6C70261-DCF8-4A97-9502-E8EEF2364CDE}" type="slidenum">
              <a:rPr lang="en-US" smtClean="0">
                <a:solidFill>
                  <a:srgbClr val="000000"/>
                </a:solidFill>
              </a:rPr>
              <a:pPr defTabSz="1219140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2663C74-62AB-B64B-BCBB-0866ABE6E2D3}"/>
              </a:ext>
            </a:extLst>
          </p:cNvPr>
          <p:cNvCxnSpPr>
            <a:cxnSpLocks/>
          </p:cNvCxnSpPr>
          <p:nvPr userDrawn="1"/>
        </p:nvCxnSpPr>
        <p:spPr>
          <a:xfrm>
            <a:off x="1" y="6209263"/>
            <a:ext cx="1190519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31">
            <a:extLst>
              <a:ext uri="{FF2B5EF4-FFF2-40B4-BE49-F238E27FC236}">
                <a16:creationId xmlns:a16="http://schemas.microsoft.com/office/drawing/2014/main" id="{BBEA79FD-0CFB-464E-959F-0C18C604804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5352" y="6195582"/>
            <a:ext cx="2815167" cy="24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1572" tIns="50784" rIns="101572" bIns="50784">
            <a:spAutoFit/>
          </a:bodyPr>
          <a:lstStyle/>
          <a:p>
            <a:pPr marL="0" marR="0" lvl="0" indent="0" algn="l" defTabSz="121914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TI Confidential – NDA Restrictions</a:t>
            </a:r>
          </a:p>
        </p:txBody>
      </p:sp>
    </p:spTree>
    <p:extLst>
      <p:ext uri="{BB962C8B-B14F-4D97-AF65-F5344CB8AC3E}">
        <p14:creationId xmlns:p14="http://schemas.microsoft.com/office/powerpoint/2010/main" val="809406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5pPr>
      <a:lvl6pPr marL="507834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rgbClr val="FF0000"/>
          </a:solidFill>
          <a:latin typeface="Arial" charset="0"/>
        </a:defRPr>
      </a:lvl6pPr>
      <a:lvl7pPr marL="1015669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rgbClr val="FF0000"/>
          </a:solidFill>
          <a:latin typeface="Arial" charset="0"/>
        </a:defRPr>
      </a:lvl7pPr>
      <a:lvl8pPr marL="1523501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rgbClr val="FF0000"/>
          </a:solidFill>
          <a:latin typeface="Arial" charset="0"/>
        </a:defRPr>
      </a:lvl8pPr>
      <a:lvl9pPr marL="2031329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rgbClr val="FF0000"/>
          </a:solidFill>
          <a:latin typeface="Arial" charset="0"/>
        </a:defRPr>
      </a:lvl9pPr>
    </p:titleStyle>
    <p:bodyStyle>
      <a:lvl1pPr marL="252152" indent="-252152" algn="l" rtl="0" eaLnBrk="1" fontAlgn="base" hangingPunct="1">
        <a:spcBef>
          <a:spcPts val="889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38319" indent="-259208" algn="l" rtl="0" eaLnBrk="1" fontAlgn="base" hangingPunct="1">
        <a:spcBef>
          <a:spcPct val="20000"/>
        </a:spcBef>
        <a:spcAft>
          <a:spcPct val="0"/>
        </a:spcAft>
        <a:buChar char="–"/>
        <a:defRPr sz="2133">
          <a:solidFill>
            <a:schemeClr val="tx1"/>
          </a:solidFill>
          <a:latin typeface="+mn-lt"/>
        </a:defRPr>
      </a:lvl2pPr>
      <a:lvl3pPr marL="948659" indent="-183389" algn="l" rtl="0" eaLnBrk="1" fontAlgn="base" hangingPunct="1">
        <a:spcBef>
          <a:spcPct val="15000"/>
        </a:spcBef>
        <a:spcAft>
          <a:spcPct val="0"/>
        </a:spcAft>
        <a:buChar char="•"/>
        <a:defRPr sz="2133">
          <a:solidFill>
            <a:schemeClr val="tx1"/>
          </a:solidFill>
          <a:latin typeface="+mn-lt"/>
        </a:defRPr>
      </a:lvl3pPr>
      <a:lvl4pPr marL="1334824" indent="-259208" algn="l" rtl="0" eaLnBrk="1" fontAlgn="base" hangingPunct="1">
        <a:spcBef>
          <a:spcPct val="5000"/>
        </a:spcBef>
        <a:spcAft>
          <a:spcPct val="0"/>
        </a:spcAft>
        <a:buChar char="–"/>
        <a:defRPr sz="2133">
          <a:solidFill>
            <a:schemeClr val="tx1"/>
          </a:solidFill>
          <a:latin typeface="+mn-lt"/>
        </a:defRPr>
      </a:lvl4pPr>
      <a:lvl5pPr marL="1653979" indent="-192209" algn="l" rtl="0" eaLnBrk="1" fontAlgn="base" hangingPunct="1">
        <a:spcBef>
          <a:spcPct val="0"/>
        </a:spcBef>
        <a:spcAft>
          <a:spcPct val="0"/>
        </a:spcAft>
        <a:buChar char="»"/>
        <a:defRPr sz="2133">
          <a:solidFill>
            <a:schemeClr val="tx1"/>
          </a:solidFill>
          <a:latin typeface="+mn-lt"/>
        </a:defRPr>
      </a:lvl5pPr>
      <a:lvl6pPr marL="2161813" indent="-192209" algn="l" rtl="0" eaLnBrk="1" fontAlgn="base" hangingPunct="1">
        <a:spcBef>
          <a:spcPct val="0"/>
        </a:spcBef>
        <a:spcAft>
          <a:spcPct val="0"/>
        </a:spcAft>
        <a:buChar char="»"/>
        <a:defRPr sz="1733">
          <a:solidFill>
            <a:schemeClr val="tx1"/>
          </a:solidFill>
          <a:latin typeface="+mn-lt"/>
        </a:defRPr>
      </a:lvl6pPr>
      <a:lvl7pPr marL="2669648" indent="-192209" algn="l" rtl="0" eaLnBrk="1" fontAlgn="base" hangingPunct="1">
        <a:spcBef>
          <a:spcPct val="0"/>
        </a:spcBef>
        <a:spcAft>
          <a:spcPct val="0"/>
        </a:spcAft>
        <a:buChar char="»"/>
        <a:defRPr sz="1733">
          <a:solidFill>
            <a:schemeClr val="tx1"/>
          </a:solidFill>
          <a:latin typeface="+mn-lt"/>
        </a:defRPr>
      </a:lvl7pPr>
      <a:lvl8pPr marL="3177482" indent="-192209" algn="l" rtl="0" eaLnBrk="1" fontAlgn="base" hangingPunct="1">
        <a:spcBef>
          <a:spcPct val="0"/>
        </a:spcBef>
        <a:spcAft>
          <a:spcPct val="0"/>
        </a:spcAft>
        <a:buChar char="»"/>
        <a:defRPr sz="1733">
          <a:solidFill>
            <a:schemeClr val="tx1"/>
          </a:solidFill>
          <a:latin typeface="+mn-lt"/>
        </a:defRPr>
      </a:lvl8pPr>
      <a:lvl9pPr marL="3685315" indent="-192209" algn="l" rtl="0" eaLnBrk="1" fontAlgn="base" hangingPunct="1">
        <a:spcBef>
          <a:spcPct val="0"/>
        </a:spcBef>
        <a:spcAft>
          <a:spcPct val="0"/>
        </a:spcAft>
        <a:buChar char="»"/>
        <a:defRPr sz="1733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566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7834" algn="l" defTabSz="101566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5669" algn="l" defTabSz="101566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3501" algn="l" defTabSz="101566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1329" algn="l" defTabSz="101566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39163" algn="l" defTabSz="101566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46997" algn="l" defTabSz="101566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4826" algn="l" defTabSz="101566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2658" algn="l" defTabSz="101566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6279EE-91F9-BCE4-909C-BAB954B9AD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Dante design sharing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29B3951-3AA7-1DC5-AEC6-1CE94D40B3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Jan 2025</a:t>
            </a:r>
          </a:p>
        </p:txBody>
      </p:sp>
    </p:spTree>
    <p:extLst>
      <p:ext uri="{BB962C8B-B14F-4D97-AF65-F5344CB8AC3E}">
        <p14:creationId xmlns:p14="http://schemas.microsoft.com/office/powerpoint/2010/main" val="311843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B8CB2-C59A-7F7B-E38C-88D20225F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level schematic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811D05-C044-6CD8-A1B4-91ADAC2AB5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84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211508-A532-4CBD-879D-779425105B23}" type="slidenum">
              <a:rPr kumimoji="0" lang="en-US" sz="933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21843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933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D223F2-4D27-427B-83A8-A319C92F8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351" y="820133"/>
            <a:ext cx="8917756" cy="504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766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B8CB2-C59A-7F7B-E38C-88D20225F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 schematic | </a:t>
            </a:r>
            <a:r>
              <a:rPr lang="en-US" dirty="0">
                <a:solidFill>
                  <a:schemeClr val="tx1"/>
                </a:solidFill>
              </a:rPr>
              <a:t>from </a:t>
            </a:r>
            <a:r>
              <a:rPr lang="en-US" dirty="0" err="1">
                <a:solidFill>
                  <a:schemeClr val="tx1"/>
                </a:solidFill>
              </a:rPr>
              <a:t>Audinate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811D05-C044-6CD8-A1B4-91ADAC2AB5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84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211508-A532-4CBD-879D-779425105B23}" type="slidenum">
              <a:rPr kumimoji="0" lang="en-US" sz="933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21843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933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6BBA14-388F-8D91-FE36-C237A8A25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23" y="897476"/>
            <a:ext cx="9164510" cy="446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741927"/>
      </p:ext>
    </p:extLst>
  </p:cSld>
  <p:clrMapOvr>
    <a:masterClrMapping/>
  </p:clrMapOvr>
</p:sld>
</file>

<file path=ppt/theme/theme1.xml><?xml version="1.0" encoding="utf-8"?>
<a:theme xmlns:a="http://schemas.openxmlformats.org/drawingml/2006/main" name="1_FinalPowerpoint">
  <a:themeElements>
    <a:clrScheme name="Custom 1">
      <a:dk1>
        <a:srgbClr val="000000"/>
      </a:dk1>
      <a:lt1>
        <a:srgbClr val="FFFFFF"/>
      </a:lt1>
      <a:dk2>
        <a:srgbClr val="DE0000"/>
      </a:dk2>
      <a:lt2>
        <a:srgbClr val="808080"/>
      </a:lt2>
      <a:accent1>
        <a:srgbClr val="DE0000"/>
      </a:accent1>
      <a:accent2>
        <a:srgbClr val="A4A4A4"/>
      </a:accent2>
      <a:accent3>
        <a:srgbClr val="117788"/>
      </a:accent3>
      <a:accent4>
        <a:srgbClr val="404040"/>
      </a:accent4>
      <a:accent5>
        <a:srgbClr val="4ABED4"/>
      </a:accent5>
      <a:accent6>
        <a:srgbClr val="7F7F7F"/>
      </a:accent6>
      <a:hlink>
        <a:srgbClr val="DE0000"/>
      </a:hlink>
      <a:folHlink>
        <a:srgbClr val="AAAAAA"/>
      </a:folHlink>
    </a:clrScheme>
    <a:fontScheme name="FinalPower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inalPowerpoint 1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AAAAAA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D2D2D2"/>
        </a:accent5>
        <a:accent6>
          <a:srgbClr val="000000"/>
        </a:accent6>
        <a:hlink>
          <a:srgbClr val="FF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lPowerpoint 2">
        <a:dk1>
          <a:srgbClr val="AAAAAA"/>
        </a:dk1>
        <a:lt1>
          <a:srgbClr val="FFFFFF"/>
        </a:lt1>
        <a:dk2>
          <a:srgbClr val="000000"/>
        </a:dk2>
        <a:lt2>
          <a:srgbClr val="FFFFFF"/>
        </a:lt2>
        <a:accent1>
          <a:srgbClr val="AAAAAA"/>
        </a:accent1>
        <a:accent2>
          <a:srgbClr val="FFFFFF"/>
        </a:accent2>
        <a:accent3>
          <a:srgbClr val="AAAAAA"/>
        </a:accent3>
        <a:accent4>
          <a:srgbClr val="DADADA"/>
        </a:accent4>
        <a:accent5>
          <a:srgbClr val="D2D2D2"/>
        </a:accent5>
        <a:accent6>
          <a:srgbClr val="E7E7E7"/>
        </a:accent6>
        <a:hlink>
          <a:srgbClr val="AAAAAA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3">
        <a:dk1>
          <a:srgbClr val="808080"/>
        </a:dk1>
        <a:lt1>
          <a:srgbClr val="FFFFFF"/>
        </a:lt1>
        <a:dk2>
          <a:srgbClr val="AAAAAA"/>
        </a:dk2>
        <a:lt2>
          <a:srgbClr val="000000"/>
        </a:lt2>
        <a:accent1>
          <a:srgbClr val="000000"/>
        </a:accent1>
        <a:accent2>
          <a:srgbClr val="AAAAAA"/>
        </a:accent2>
        <a:accent3>
          <a:srgbClr val="D2D2D2"/>
        </a:accent3>
        <a:accent4>
          <a:srgbClr val="DADADA"/>
        </a:accent4>
        <a:accent5>
          <a:srgbClr val="AAAAAA"/>
        </a:accent5>
        <a:accent6>
          <a:srgbClr val="9A9A9A"/>
        </a:accent6>
        <a:hlink>
          <a:srgbClr val="FF00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4">
        <a:dk1>
          <a:srgbClr val="000000"/>
        </a:dk1>
        <a:lt1>
          <a:srgbClr val="FF0000"/>
        </a:lt1>
        <a:dk2>
          <a:srgbClr val="FFFFFF"/>
        </a:dk2>
        <a:lt2>
          <a:srgbClr val="000000"/>
        </a:lt2>
        <a:accent1>
          <a:srgbClr val="AAAAAA"/>
        </a:accent1>
        <a:accent2>
          <a:srgbClr val="FFFFFF"/>
        </a:accent2>
        <a:accent3>
          <a:srgbClr val="FFAAAA"/>
        </a:accent3>
        <a:accent4>
          <a:srgbClr val="000000"/>
        </a:accent4>
        <a:accent5>
          <a:srgbClr val="D2D2D2"/>
        </a:accent5>
        <a:accent6>
          <a:srgbClr val="E7E7E7"/>
        </a:accent6>
        <a:hlink>
          <a:srgbClr val="00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FD258980-ED81-CD42-9DD2-A6F2814799C3}" vid="{83CD2965-35EC-8C45-BED1-D40BF21B31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1779</TotalTime>
  <Words>15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1_FinalPowerpoint</vt:lpstr>
      <vt:lpstr>Dante design sharing</vt:lpstr>
      <vt:lpstr>Top level schematic</vt:lpstr>
      <vt:lpstr>Clock schematic | from Audinate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Dante design sharing</dc:title>
  <dc:creator>Agrawal, Manisha</dc:creator>
  <cp:lastModifiedBy>Singh, Vishnu</cp:lastModifiedBy>
  <cp:revision>4</cp:revision>
  <dcterms:created xsi:type="dcterms:W3CDTF">2025-01-16T04:32:28Z</dcterms:created>
  <dcterms:modified xsi:type="dcterms:W3CDTF">2025-01-17T11:17:09Z</dcterms:modified>
</cp:coreProperties>
</file>